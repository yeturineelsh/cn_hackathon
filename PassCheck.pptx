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2" r:id="rId6"/>
    <p:sldId id="263" r:id="rId7"/>
    <p:sldId id="267" r:id="rId8"/>
    <p:sldId id="264" r:id="rId9"/>
    <p:sldId id="265" r:id="rId10"/>
    <p:sldId id="266" r:id="rId11"/>
    <p:sldId id="26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FCABE6-51AD-4934-94AE-A68A74CD3A21}" v="2" dt="2026-02-17T04:12:39.286"/>
    <p1510:client id="{DA7ABBC8-F82F-477B-9781-1AB9F360D0FF}" v="6" dt="2026-02-17T04:05:26.7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turi Neelesh" userId="4e39eb353c3744ae" providerId="LiveId" clId="{A2BB6454-A252-4EF1-A18D-DEBBAEDE35BA}"/>
    <pc:docChg chg="undo redo custSel modSld">
      <pc:chgData name="Yeturi Neelesh" userId="4e39eb353c3744ae" providerId="LiveId" clId="{A2BB6454-A252-4EF1-A18D-DEBBAEDE35BA}" dt="2026-02-17T04:12:38.690" v="15" actId="123"/>
      <pc:docMkLst>
        <pc:docMk/>
      </pc:docMkLst>
      <pc:sldChg chg="modSp mod">
        <pc:chgData name="Yeturi Neelesh" userId="4e39eb353c3744ae" providerId="LiveId" clId="{A2BB6454-A252-4EF1-A18D-DEBBAEDE35BA}" dt="2026-02-17T04:10:49.123" v="9" actId="20577"/>
        <pc:sldMkLst>
          <pc:docMk/>
          <pc:sldMk cId="2218739192" sldId="264"/>
        </pc:sldMkLst>
        <pc:spChg chg="mod">
          <ac:chgData name="Yeturi Neelesh" userId="4e39eb353c3744ae" providerId="LiveId" clId="{A2BB6454-A252-4EF1-A18D-DEBBAEDE35BA}" dt="2026-02-17T04:10:49.123" v="9" actId="20577"/>
          <ac:spMkLst>
            <pc:docMk/>
            <pc:sldMk cId="2218739192" sldId="264"/>
            <ac:spMk id="3" creationId="{AE8C2F29-B2FF-BA50-EF64-E4EDAD6DB4E3}"/>
          </ac:spMkLst>
        </pc:spChg>
      </pc:sldChg>
      <pc:sldChg chg="modSp mod">
        <pc:chgData name="Yeturi Neelesh" userId="4e39eb353c3744ae" providerId="LiveId" clId="{A2BB6454-A252-4EF1-A18D-DEBBAEDE35BA}" dt="2026-02-17T04:12:32.803" v="12" actId="123"/>
        <pc:sldMkLst>
          <pc:docMk/>
          <pc:sldMk cId="2700342533" sldId="265"/>
        </pc:sldMkLst>
        <pc:spChg chg="mod">
          <ac:chgData name="Yeturi Neelesh" userId="4e39eb353c3744ae" providerId="LiveId" clId="{A2BB6454-A252-4EF1-A18D-DEBBAEDE35BA}" dt="2026-02-17T04:12:32.803" v="12" actId="123"/>
          <ac:spMkLst>
            <pc:docMk/>
            <pc:sldMk cId="2700342533" sldId="265"/>
            <ac:spMk id="3" creationId="{3BB14BCE-90B5-3097-8DCB-748851FCB5B7}"/>
          </ac:spMkLst>
        </pc:spChg>
      </pc:sldChg>
      <pc:sldChg chg="modSp mod">
        <pc:chgData name="Yeturi Neelesh" userId="4e39eb353c3744ae" providerId="LiveId" clId="{A2BB6454-A252-4EF1-A18D-DEBBAEDE35BA}" dt="2026-02-17T04:12:38.690" v="15" actId="123"/>
        <pc:sldMkLst>
          <pc:docMk/>
          <pc:sldMk cId="2067264602" sldId="266"/>
        </pc:sldMkLst>
        <pc:spChg chg="mod">
          <ac:chgData name="Yeturi Neelesh" userId="4e39eb353c3744ae" providerId="LiveId" clId="{A2BB6454-A252-4EF1-A18D-DEBBAEDE35BA}" dt="2026-02-17T04:12:38.690" v="15" actId="123"/>
          <ac:spMkLst>
            <pc:docMk/>
            <pc:sldMk cId="2067264602" sldId="266"/>
            <ac:spMk id="3" creationId="{8D69AACB-A991-08EB-C672-E03E8AE4270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593109"/>
            <a:ext cx="10993549" cy="895244"/>
          </a:xfrm>
        </p:spPr>
        <p:txBody>
          <a:bodyPr>
            <a:noAutofit/>
          </a:bodyPr>
          <a:lstStyle/>
          <a:p>
            <a:r>
              <a:rPr lang="en-US" sz="4500" dirty="0" err="1">
                <a:solidFill>
                  <a:schemeClr val="bg1"/>
                </a:solidFill>
              </a:rPr>
              <a:t>PassCheck</a:t>
            </a:r>
            <a:r>
              <a:rPr lang="en-US" sz="4500" dirty="0">
                <a:solidFill>
                  <a:schemeClr val="bg1"/>
                </a:solidFill>
              </a:rPr>
              <a:t>: Real-Time Password Crack Time Predictor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4542503"/>
            <a:ext cx="10993546" cy="1409565"/>
          </a:xfrm>
        </p:spPr>
        <p:txBody>
          <a:bodyPr>
            <a:normAutofit/>
          </a:bodyPr>
          <a:lstStyle/>
          <a:p>
            <a:r>
              <a:rPr lang="en-US" dirty="0"/>
              <a:t>Course: COMPUTER NETWORKS</a:t>
            </a:r>
            <a:br>
              <a:rPr lang="en-US" dirty="0"/>
            </a:br>
            <a:r>
              <a:rPr lang="en-US" dirty="0"/>
              <a:t>Institution: KLH UNIVERSITY</a:t>
            </a:r>
            <a:br>
              <a:rPr lang="en-US" dirty="0"/>
            </a:br>
            <a:r>
              <a:rPr lang="en-US" dirty="0"/>
              <a:t>Date: 17-02-26</a:t>
            </a:r>
          </a:p>
          <a:p>
            <a:r>
              <a:rPr lang="en-IN" dirty="0"/>
              <a:t>Presented by: Y.NEELESH-2420030645  B.ARCHIT-2420030129</a:t>
            </a:r>
            <a:endParaRPr lang="en-US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E30F5-8AFF-9956-E195-AB70F0FC8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21D00-C565-9982-3F1E-5A8C99223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2352175"/>
          </a:xfrm>
        </p:spPr>
        <p:txBody>
          <a:bodyPr/>
          <a:lstStyle/>
          <a:p>
            <a:r>
              <a:rPr lang="en-US" dirty="0"/>
              <a:t>Passwords protect our personal and sensitive information online.</a:t>
            </a:r>
          </a:p>
          <a:p>
            <a:r>
              <a:rPr lang="en-US" dirty="0"/>
              <a:t>However, many users create weak passwords without knowing the risks.</a:t>
            </a:r>
          </a:p>
          <a:p>
            <a:r>
              <a:rPr lang="en-US" dirty="0"/>
              <a:t>Hackers can crack weak passwords in seconds using automated tools.</a:t>
            </a:r>
          </a:p>
          <a:p>
            <a:r>
              <a:rPr lang="en-US" dirty="0" err="1"/>
              <a:t>PassCheck</a:t>
            </a:r>
            <a:r>
              <a:rPr lang="en-US" dirty="0"/>
              <a:t> helps users understand their password strength and security level in real time.</a:t>
            </a:r>
          </a:p>
        </p:txBody>
      </p:sp>
    </p:spTree>
    <p:extLst>
      <p:ext uri="{BB962C8B-B14F-4D97-AF65-F5344CB8AC3E}">
        <p14:creationId xmlns:p14="http://schemas.microsoft.com/office/powerpoint/2010/main" val="3662961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F94D5-8E37-A323-061B-A1869709A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E61AF-17F4-D036-BF56-555161362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users use passwords that are:</a:t>
            </a:r>
          </a:p>
          <a:p>
            <a:r>
              <a:rPr lang="en-US" dirty="0"/>
              <a:t>• Too short</a:t>
            </a:r>
            <a:br>
              <a:rPr lang="en-US" dirty="0"/>
            </a:br>
            <a:r>
              <a:rPr lang="en-US" dirty="0"/>
              <a:t>• Easy to guess</a:t>
            </a:r>
            <a:br>
              <a:rPr lang="en-US" dirty="0"/>
            </a:br>
            <a:r>
              <a:rPr lang="en-US" dirty="0"/>
              <a:t>• Missing numbers or special characters</a:t>
            </a:r>
          </a:p>
          <a:p>
            <a:r>
              <a:rPr lang="en-US" dirty="0"/>
              <a:t>Users do not know how secure their password really is.</a:t>
            </a:r>
          </a:p>
          <a:p>
            <a:r>
              <a:rPr lang="en-US" dirty="0"/>
              <a:t>A tool is needed to analyze password strength and predict crack time.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4637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0965-0F63-C7EA-5982-75CA92F04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119BA-CBDA-B19D-D2AF-D19160F63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system analyzes the password based on:</a:t>
            </a:r>
          </a:p>
          <a:p>
            <a:r>
              <a:rPr lang="en-US" dirty="0"/>
              <a:t>• Length of the password</a:t>
            </a:r>
            <a:br>
              <a:rPr lang="en-US" dirty="0"/>
            </a:br>
            <a:r>
              <a:rPr lang="en-US" dirty="0"/>
              <a:t>• Use of uppercase and lowercase letters</a:t>
            </a:r>
            <a:br>
              <a:rPr lang="en-US" dirty="0"/>
            </a:br>
            <a:r>
              <a:rPr lang="en-US" dirty="0"/>
              <a:t>• Numbers</a:t>
            </a:r>
            <a:br>
              <a:rPr lang="en-US" dirty="0"/>
            </a:br>
            <a:r>
              <a:rPr lang="en-US" dirty="0"/>
              <a:t>• Special characters</a:t>
            </a:r>
            <a:br>
              <a:rPr lang="en-US" dirty="0"/>
            </a:br>
            <a:r>
              <a:rPr lang="en-US" dirty="0"/>
              <a:t>• Overall complexity</a:t>
            </a:r>
          </a:p>
          <a:p>
            <a:r>
              <a:rPr lang="en-US" dirty="0"/>
              <a:t>Based on these factors, it classifies the password as Weak, Medium, or Strong and estimates crack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1601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4E2B2-5B58-7C3F-CA5B-DAE2E5CF6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TOOLS AND TECH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C2F29-B2FF-BA50-EF64-E4EDAD6DB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Python</a:t>
            </a:r>
            <a:br>
              <a:rPr lang="en-US" dirty="0"/>
            </a:br>
            <a:r>
              <a:rPr lang="en-US" dirty="0"/>
              <a:t>Used to build the main logic for password strength checking and crack time prediction.</a:t>
            </a:r>
          </a:p>
          <a:p>
            <a:r>
              <a:rPr lang="en-US" b="1" dirty="0"/>
              <a:t>Kali Linux</a:t>
            </a:r>
            <a:br>
              <a:rPr lang="en-US" dirty="0"/>
            </a:br>
            <a:r>
              <a:rPr lang="en-US" dirty="0"/>
              <a:t>Used as the operating system because it contains powerful cybersecurity tools like </a:t>
            </a:r>
            <a:r>
              <a:rPr lang="en-US" dirty="0" err="1"/>
              <a:t>Hashcat</a:t>
            </a:r>
            <a:r>
              <a:rPr lang="en-US" dirty="0"/>
              <a:t> for password testing and security analysis.</a:t>
            </a:r>
          </a:p>
          <a:p>
            <a:r>
              <a:rPr lang="en-US" b="1" dirty="0" err="1"/>
              <a:t>Hashcat</a:t>
            </a:r>
            <a:r>
              <a:rPr lang="en-US" b="1" dirty="0"/>
              <a:t> </a:t>
            </a:r>
            <a:br>
              <a:rPr lang="en-US" dirty="0"/>
            </a:br>
            <a:r>
              <a:rPr lang="en-US" dirty="0"/>
              <a:t>Used to simulate real-world password cracking speeds and improve accuracy of crack time estimation.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8739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B1C38-C2A8-73C8-30AD-2BC6D2849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14BCE-90B5-3097-8DCB-748851FCB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1663917"/>
          </a:xfrm>
        </p:spPr>
        <p:txBody>
          <a:bodyPr/>
          <a:lstStyle/>
          <a:p>
            <a:r>
              <a:rPr lang="en-US" dirty="0"/>
              <a:t>Detect password strength accurately</a:t>
            </a:r>
            <a:br>
              <a:rPr lang="en-US" dirty="0"/>
            </a:br>
            <a:r>
              <a:rPr lang="en-US" dirty="0"/>
              <a:t>• Predict estimated crack time</a:t>
            </a:r>
            <a:br>
              <a:rPr lang="en-US" dirty="0"/>
            </a:br>
            <a:r>
              <a:rPr lang="en-US" dirty="0"/>
              <a:t>• Provide suggestions to improve password security</a:t>
            </a:r>
            <a:br>
              <a:rPr lang="en-US" dirty="0"/>
            </a:br>
            <a:r>
              <a:rPr lang="en-US" dirty="0"/>
              <a:t>• Increase cybersecurity awareness</a:t>
            </a:r>
            <a:br>
              <a:rPr lang="en-US" dirty="0"/>
            </a:br>
            <a:r>
              <a:rPr lang="en-US" dirty="0"/>
              <a:t>• Help users create strong and secure passwords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0342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483A0-2104-688C-4825-198314B9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9AACB-A991-08EB-C672-E03E8AE42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2332510"/>
          </a:xfrm>
        </p:spPr>
        <p:txBody>
          <a:bodyPr/>
          <a:lstStyle/>
          <a:p>
            <a:r>
              <a:rPr lang="en-US" dirty="0" err="1"/>
              <a:t>PassCheck</a:t>
            </a:r>
            <a:r>
              <a:rPr lang="en-US" dirty="0"/>
              <a:t> is a cybersecurity tool developed using Python and Kali Linux to help users understand password strength and security risks. It provides real-time analysis, crack time prediction, and improvement suggestions. This project helps promote safer password practices and better protection of user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7264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06159" y="5638695"/>
            <a:ext cx="3081576" cy="2629006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15</TotalTime>
  <Words>325</Words>
  <Application>Microsoft Office PowerPoint</Application>
  <PresentationFormat>Widescreen</PresentationFormat>
  <Paragraphs>28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Gill Sans MT</vt:lpstr>
      <vt:lpstr>Wingdings 2</vt:lpstr>
      <vt:lpstr>Custom</vt:lpstr>
      <vt:lpstr>PassCheck: Real-Time Password Crack Time Predictor</vt:lpstr>
      <vt:lpstr>INTRODUCTION</vt:lpstr>
      <vt:lpstr>PROBLEM STATEMENT</vt:lpstr>
      <vt:lpstr>working</vt:lpstr>
      <vt:lpstr>TOOLS AND TECH USED</vt:lpstr>
      <vt:lpstr>OUTCOMES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Yeturi Neelesh</dc:creator>
  <cp:lastModifiedBy>Yeturi Neelesh</cp:lastModifiedBy>
  <cp:revision>2</cp:revision>
  <dcterms:created xsi:type="dcterms:W3CDTF">2026-02-17T03:54:06Z</dcterms:created>
  <dcterms:modified xsi:type="dcterms:W3CDTF">2026-02-17T04:12:40Z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